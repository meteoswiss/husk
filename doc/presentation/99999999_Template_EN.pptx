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"/>
  </p:notesMasterIdLst>
  <p:sldIdLst>
    <p:sldId id="264" r:id="rId2"/>
    <p:sldId id="265" r:id="rId3"/>
    <p:sldId id="266" r:id="rId4"/>
    <p:sldId id="263" r:id="rId5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1"/>
    <p:restoredTop sz="96327"/>
  </p:normalViewPr>
  <p:slideViewPr>
    <p:cSldViewPr snapToGrid="0" snapToObjects="1" showGuides="1">
      <p:cViewPr varScale="1">
        <p:scale>
          <a:sx n="167" d="100"/>
          <a:sy n="167" d="100"/>
        </p:scale>
        <p:origin x="312" y="132"/>
      </p:cViewPr>
      <p:guideLst>
        <p:guide orient="horz" pos="1621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3D4E0-C465-1042-BEEB-5DE94E6E9099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E04AF-F65F-E74C-B5E1-0DB102AD0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20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4500" b="1" i="0" baseline="0"/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34" y="3220394"/>
            <a:ext cx="6691399" cy="1242205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8FF0-1E8D-F545-9132-114E47C4CC8D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FBC618E-D49D-9A58-95A7-C904F42903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2" y="1828801"/>
            <a:ext cx="9055745" cy="3261345"/>
          </a:xfrm>
          <a:prstGeom prst="rect">
            <a:avLst/>
          </a:prstGeom>
        </p:spPr>
      </p:pic>
      <p:pic>
        <p:nvPicPr>
          <p:cNvPr id="10" name="Bild 6">
            <a:extLst>
              <a:ext uri="{FF2B5EF4-FFF2-40B4-BE49-F238E27FC236}">
                <a16:creationId xmlns:a16="http://schemas.microsoft.com/office/drawing/2014/main" id="{396EBC98-C6D0-EFFA-E7AA-FFF4616F3B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4500" b="1" i="0" baseline="0"/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34" y="3220394"/>
            <a:ext cx="6691399" cy="1242205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8FF0-1E8D-F545-9132-114E47C4CC8D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10" name="Bild 6">
            <a:extLst>
              <a:ext uri="{FF2B5EF4-FFF2-40B4-BE49-F238E27FC236}">
                <a16:creationId xmlns:a16="http://schemas.microsoft.com/office/drawing/2014/main" id="{396EBC98-C6D0-EFFA-E7AA-FFF4616F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E8A2-F43A-114D-8F28-20990F9F62E5}" type="datetime1">
              <a:rPr lang="de-CH" smtClean="0"/>
              <a:t>27.03.2025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1088" y="1384300"/>
            <a:ext cx="7434263" cy="3264511"/>
          </a:xfrm>
        </p:spPr>
        <p:txBody>
          <a:bodyPr lIns="0" tIns="0" rIns="0" bIns="0"/>
          <a:lstStyle/>
          <a:p>
            <a:pPr lvl="0"/>
            <a:r>
              <a:rPr lang="de-DE" dirty="0"/>
              <a:t>Mastertextformat ADF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Bild 8">
            <a:extLst>
              <a:ext uri="{FF2B5EF4-FFF2-40B4-BE49-F238E27FC236}">
                <a16:creationId xmlns:a16="http://schemas.microsoft.com/office/drawing/2014/main" id="{238A25BE-3181-4923-B97F-67781E8FD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0" name="Bild 16">
            <a:extLst>
              <a:ext uri="{FF2B5EF4-FFF2-40B4-BE49-F238E27FC236}">
                <a16:creationId xmlns:a16="http://schemas.microsoft.com/office/drawing/2014/main" id="{5F63C5A7-F81A-BA30-3747-89A9655A17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122F69F-EF6C-CFA6-DD35-356EC952827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84EF030A-C693-C885-5F10-C1CC8218FA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3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E8A2-F43A-114D-8F28-20990F9F62E5}" type="datetime1">
              <a:rPr lang="de-CH" smtClean="0"/>
              <a:t>27.03.2025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1088" y="1384300"/>
            <a:ext cx="7434263" cy="3264511"/>
          </a:xfrm>
        </p:spPr>
        <p:txBody>
          <a:bodyPr lIns="0" tIns="0" rIns="0" bIns="0"/>
          <a:lstStyle/>
          <a:p>
            <a:pPr lvl="0"/>
            <a:r>
              <a:rPr lang="de-DE" dirty="0"/>
              <a:t>Mastertextformat ADF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Bild 8">
            <a:extLst>
              <a:ext uri="{FF2B5EF4-FFF2-40B4-BE49-F238E27FC236}">
                <a16:creationId xmlns:a16="http://schemas.microsoft.com/office/drawing/2014/main" id="{238A25BE-3181-4923-B97F-67781E8FD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122F69F-EF6C-CFA6-DD35-356EC952827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84EF030A-C693-C885-5F10-C1CC8218FA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1C32-75D1-1C46-8385-5BBC01092EB1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14E6BF-74AC-6DDD-5E51-3228D3248D1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9" y="1390825"/>
            <a:ext cx="5052426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6E2367A9-A6A4-5572-FB07-D5B1656D1C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B6C9A937-3994-7389-F609-AFE70282D3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71E803E-BF42-A29C-4E7D-6A83234CEA66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AEA3E3A3-9AFC-EC8D-8004-A4D33E2C83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0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1C32-75D1-1C46-8385-5BBC01092EB1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14E6BF-74AC-6DDD-5E51-3228D3248D1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9" y="1390825"/>
            <a:ext cx="5052426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6E2367A9-A6A4-5572-FB07-D5B1656D1C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71E803E-BF42-A29C-4E7D-6A83234CEA66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AEA3E3A3-9AFC-EC8D-8004-A4D33E2C83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8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6367-80BC-0746-9818-A1DF9175A81B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2FA127-1D82-CBBD-20B2-9D5EA65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CD3C2-36D9-D8FB-43EE-F245E68E4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088" y="1393826"/>
            <a:ext cx="7434263" cy="3264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5690821A-C38D-5F99-D6F7-FFD526A3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B1E2D9B8-A67C-D982-E7A0-0B1E52BD7F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1511412-2428-E70C-BBAA-A27E47F23E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76399C0D-A765-0E87-50D7-FCC22A524D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0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6367-80BC-0746-9818-A1DF9175A81B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2FA127-1D82-CBBD-20B2-9D5EA65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CD3C2-36D9-D8FB-43EE-F245E68E4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088" y="1393826"/>
            <a:ext cx="7434263" cy="3264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5690821A-C38D-5F99-D6F7-FFD526A3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1511412-2428-E70C-BBAA-A27E47F23E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76399C0D-A765-0E87-50D7-FCC22A524D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EE91-2783-1148-A521-0E751A639B35}" type="datetime1">
              <a:rPr lang="de-CH" smtClean="0"/>
              <a:t>27.03.2025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8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5322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Bild 8">
            <a:extLst>
              <a:ext uri="{FF2B5EF4-FFF2-40B4-BE49-F238E27FC236}">
                <a16:creationId xmlns:a16="http://schemas.microsoft.com/office/drawing/2014/main" id="{9A7F6B3D-6141-33A2-2827-BEECBC5CA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6" name="Bild 16">
            <a:extLst>
              <a:ext uri="{FF2B5EF4-FFF2-40B4-BE49-F238E27FC236}">
                <a16:creationId xmlns:a16="http://schemas.microsoft.com/office/drawing/2014/main" id="{E26FCD14-552F-2E62-C20F-2897AF1A9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9C804BDA-8F8A-74EE-EF9E-1E4D38C697F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7C720268-9BF1-42D1-A69F-AA022F8174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1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EE91-2783-1148-A521-0E751A639B35}" type="datetime1">
              <a:rPr lang="de-CH" smtClean="0"/>
              <a:t>27.03.2025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8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5322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Bild 8">
            <a:extLst>
              <a:ext uri="{FF2B5EF4-FFF2-40B4-BE49-F238E27FC236}">
                <a16:creationId xmlns:a16="http://schemas.microsoft.com/office/drawing/2014/main" id="{9A7F6B3D-6141-33A2-2827-BEECBC5CA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9C804BDA-8F8A-74EE-EF9E-1E4D38C697F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7C720268-9BF1-42D1-A69F-AA022F8174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2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A45B-5993-6C48-BB53-49F48083B0E7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E35F2C8-97AF-CFCC-1160-5294514B7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1089" y="1389063"/>
            <a:ext cx="6796086" cy="2795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8447DC-457D-F21B-32F2-EEE7A6D7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3A24BDAB-BABC-0DAA-32BF-B48F588F7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6" name="Bild 16">
            <a:extLst>
              <a:ext uri="{FF2B5EF4-FFF2-40B4-BE49-F238E27FC236}">
                <a16:creationId xmlns:a16="http://schemas.microsoft.com/office/drawing/2014/main" id="{5DA34FEC-2E0D-10F3-D726-394DB08219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6F20275-50ED-B0EC-F459-6B869A8F941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B3C904F2-AA6B-E020-A964-F2EE16F441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90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A45B-5993-6C48-BB53-49F48083B0E7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E35F2C8-97AF-CFCC-1160-5294514B7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1089" y="1389063"/>
            <a:ext cx="6796086" cy="2795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8447DC-457D-F21B-32F2-EEE7A6D7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3A24BDAB-BABC-0DAA-32BF-B48F588F7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6F20275-50ED-B0EC-F459-6B869A8F941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B3C904F2-AA6B-E020-A964-F2EE16F441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15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4591" y="1389063"/>
            <a:ext cx="4170760" cy="285957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041" y="1395018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CD9B-14F7-914A-A9E0-25EA8133813F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0EBAA305-66FB-EB18-E0EF-5FAF4C97E9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C70312E-10CF-1967-13BA-DF7A5F15103B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5AB2CA36-EA72-B637-1DFA-CBB69A7DA7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97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4591" y="1389063"/>
            <a:ext cx="4170760" cy="285957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041" y="1395018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CD9B-14F7-914A-A9E0-25EA8133813F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C70312E-10CF-1967-13BA-DF7A5F15103B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5AB2CA36-EA72-B637-1DFA-CBB69A7DA7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87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462F-1003-E444-A3AF-18EAC31016E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FDE88454-2D30-37DD-548F-FA0F7B27EF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12587403"/>
              </p:ext>
            </p:extLst>
          </p:nvPr>
        </p:nvGraphicFramePr>
        <p:xfrm>
          <a:off x="1081088" y="1307484"/>
          <a:ext cx="6371673" cy="309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128">
                <a:tc>
                  <a:txBody>
                    <a:bodyPr/>
                    <a:lstStyle/>
                    <a:p>
                      <a:r>
                        <a:rPr lang="de-CH" sz="1400" b="1" dirty="0">
                          <a:solidFill>
                            <a:srgbClr val="000000"/>
                          </a:solidFill>
                        </a:rPr>
                        <a:t>Publikationstitel</a:t>
                      </a:r>
                      <a:r>
                        <a:rPr lang="de-CH" sz="1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de-CH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400" dirty="0">
                          <a:solidFill>
                            <a:srgbClr val="000000"/>
                          </a:solidFill>
                        </a:rPr>
                        <a:t>Beurteilung</a:t>
                      </a:r>
                      <a:r>
                        <a:rPr lang="de-CH" sz="1400" baseline="0" dirty="0">
                          <a:solidFill>
                            <a:srgbClr val="000000"/>
                          </a:solidFill>
                        </a:rPr>
                        <a:t> / Kommentar / Veränderung</a:t>
                      </a:r>
                      <a:endParaRPr lang="de-CH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r>
                        <a:rPr lang="de-CH" sz="1300" dirty="0"/>
                        <a:t>Typische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>
                          <a:solidFill>
                            <a:schemeClr val="dk1"/>
                          </a:solidFill>
                        </a:rPr>
                        <a:t>Wetterlagen</a:t>
                      </a:r>
                      <a:r>
                        <a:rPr lang="de-CH" sz="1300" baseline="0" dirty="0"/>
                        <a:t> […]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In</a:t>
                      </a:r>
                      <a:r>
                        <a:rPr lang="de-CH" sz="1300" baseline="0" dirty="0"/>
                        <a:t> Überarbeitung (Design + Inhalt) für Landesmuseum; iPad-Version, evtl. Video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53">
                <a:tc>
                  <a:txBody>
                    <a:bodyPr/>
                    <a:lstStyle/>
                    <a:p>
                      <a:r>
                        <a:rPr lang="de-CH" sz="1300" dirty="0"/>
                        <a:t>Wissenschaftliche</a:t>
                      </a:r>
                      <a:r>
                        <a:rPr lang="de-CH" sz="1300" baseline="0" dirty="0"/>
                        <a:t> Berichte, Klimaberichte, Klimabulletin, Broschüren INZ, Produkte-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,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Vorlagen in Erarbeitung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Flugwetterinformationen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Vorlagen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 S/L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 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51">
                <a:tc>
                  <a:txBody>
                    <a:bodyPr/>
                    <a:lstStyle/>
                    <a:p>
                      <a:r>
                        <a:rPr lang="de-CH" sz="1300" dirty="0"/>
                        <a:t>Klimafaltblatt Tag für Tag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Neues Design</a:t>
                      </a:r>
                      <a:r>
                        <a:rPr lang="de-CH" sz="1300" baseline="0" dirty="0"/>
                        <a:t> – Erledigt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r>
                        <a:rPr lang="de-CH" sz="1300" dirty="0"/>
                        <a:t>Jahresbericht, Imagebroschüren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Gelöscht</a:t>
                      </a:r>
                      <a:r>
                        <a:rPr lang="de-CH" sz="1300" baseline="0" dirty="0"/>
                        <a:t>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Bild 16">
            <a:extLst>
              <a:ext uri="{FF2B5EF4-FFF2-40B4-BE49-F238E27FC236}">
                <a16:creationId xmlns:a16="http://schemas.microsoft.com/office/drawing/2014/main" id="{193992EE-9B1B-4A2E-383E-FB4BAFEA3A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003D03F9-FBDE-6275-2232-F211F5B6F94D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4" name="Bild 64">
            <a:extLst>
              <a:ext uri="{FF2B5EF4-FFF2-40B4-BE49-F238E27FC236}">
                <a16:creationId xmlns:a16="http://schemas.microsoft.com/office/drawing/2014/main" id="{DDB8EA7E-B1D2-4F2A-F670-7E0A4148CF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27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462F-1003-E444-A3AF-18EAC31016E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FDE88454-2D30-37DD-548F-FA0F7B27EF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12587403"/>
              </p:ext>
            </p:extLst>
          </p:nvPr>
        </p:nvGraphicFramePr>
        <p:xfrm>
          <a:off x="1081088" y="1307484"/>
          <a:ext cx="6371673" cy="309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128">
                <a:tc>
                  <a:txBody>
                    <a:bodyPr/>
                    <a:lstStyle/>
                    <a:p>
                      <a:r>
                        <a:rPr lang="de-CH" sz="1400" b="1" dirty="0">
                          <a:solidFill>
                            <a:srgbClr val="000000"/>
                          </a:solidFill>
                        </a:rPr>
                        <a:t>Publikationstitel</a:t>
                      </a:r>
                      <a:r>
                        <a:rPr lang="de-CH" sz="1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de-CH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400" dirty="0">
                          <a:solidFill>
                            <a:srgbClr val="000000"/>
                          </a:solidFill>
                        </a:rPr>
                        <a:t>Beurteilung</a:t>
                      </a:r>
                      <a:r>
                        <a:rPr lang="de-CH" sz="1400" baseline="0" dirty="0">
                          <a:solidFill>
                            <a:srgbClr val="000000"/>
                          </a:solidFill>
                        </a:rPr>
                        <a:t> / Kommentar / Veränderung</a:t>
                      </a:r>
                      <a:endParaRPr lang="de-CH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r>
                        <a:rPr lang="de-CH" sz="1300" dirty="0"/>
                        <a:t>Typische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>
                          <a:solidFill>
                            <a:schemeClr val="dk1"/>
                          </a:solidFill>
                        </a:rPr>
                        <a:t>Wetterlagen</a:t>
                      </a:r>
                      <a:r>
                        <a:rPr lang="de-CH" sz="1300" baseline="0" dirty="0"/>
                        <a:t> […]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In</a:t>
                      </a:r>
                      <a:r>
                        <a:rPr lang="de-CH" sz="1300" baseline="0" dirty="0"/>
                        <a:t> Überarbeitung (Design + Inhalt) für Landesmuseum; iPad-Version, evtl. Video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53">
                <a:tc>
                  <a:txBody>
                    <a:bodyPr/>
                    <a:lstStyle/>
                    <a:p>
                      <a:r>
                        <a:rPr lang="de-CH" sz="1300" dirty="0"/>
                        <a:t>Wissenschaftliche</a:t>
                      </a:r>
                      <a:r>
                        <a:rPr lang="de-CH" sz="1300" baseline="0" dirty="0"/>
                        <a:t> Berichte, Klimaberichte, Klimabulletin, Broschüren INZ, Produkte-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,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Vorlagen in Erarbeitung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Flugwetterinformationen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Vorlagen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 S/L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 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51">
                <a:tc>
                  <a:txBody>
                    <a:bodyPr/>
                    <a:lstStyle/>
                    <a:p>
                      <a:r>
                        <a:rPr lang="de-CH" sz="1300" dirty="0"/>
                        <a:t>Klimafaltblatt Tag für Tag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Neues Design</a:t>
                      </a:r>
                      <a:r>
                        <a:rPr lang="de-CH" sz="1300" baseline="0" dirty="0"/>
                        <a:t> – Erledigt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r>
                        <a:rPr lang="de-CH" sz="1300" dirty="0"/>
                        <a:t>Jahresbericht, Imagebroschüren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Gelöscht</a:t>
                      </a:r>
                      <a:r>
                        <a:rPr lang="de-CH" sz="1300" baseline="0" dirty="0"/>
                        <a:t>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hteck 12">
            <a:extLst>
              <a:ext uri="{FF2B5EF4-FFF2-40B4-BE49-F238E27FC236}">
                <a16:creationId xmlns:a16="http://schemas.microsoft.com/office/drawing/2014/main" id="{003D03F9-FBDE-6275-2232-F211F5B6F94D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4" name="Bild 64">
            <a:extLst>
              <a:ext uri="{FF2B5EF4-FFF2-40B4-BE49-F238E27FC236}">
                <a16:creationId xmlns:a16="http://schemas.microsoft.com/office/drawing/2014/main" id="{DDB8EA7E-B1D2-4F2A-F670-7E0A4148CF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93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E5BEB0CA-906F-409F-1B54-843D02C2E60D}"/>
              </a:ext>
            </a:extLst>
          </p:cNvPr>
          <p:cNvSpPr/>
          <p:nvPr userDrawn="1"/>
        </p:nvSpPr>
        <p:spPr bwMode="auto">
          <a:xfrm>
            <a:off x="-4763" y="0"/>
            <a:ext cx="9144000" cy="5145088"/>
          </a:xfrm>
          <a:prstGeom prst="rect">
            <a:avLst/>
          </a:prstGeom>
          <a:solidFill>
            <a:srgbClr val="7D6E5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0009" y="1384300"/>
            <a:ext cx="6895196" cy="2754148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A9695-83A3-FA41-A413-1EBBBC62BA68}" type="datetime1">
              <a:rPr lang="de-CH" smtClean="0"/>
              <a:t>27.03.2025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9090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7701-065A-974E-A697-F81C2E24598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93BF373-E10F-AD8E-5FAF-925CFDB10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EEB0317E-DB6A-835D-1A8A-86A1BF8E0697}"/>
              </a:ext>
            </a:extLst>
          </p:cNvPr>
          <p:cNvSpPr/>
          <p:nvPr userDrawn="1"/>
        </p:nvSpPr>
        <p:spPr>
          <a:xfrm>
            <a:off x="1078706" y="1584000"/>
            <a:ext cx="344129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 dirty="0" err="1">
                <a:solidFill>
                  <a:srgbClr val="000000"/>
                </a:solidFill>
                <a:latin typeface="Arial" charset="0"/>
              </a:rPr>
              <a:t>MeteoSchweiz</a:t>
            </a:r>
            <a:r>
              <a:rPr lang="de-DE" sz="1600" b="1" dirty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Operation Center 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CH-8058 Zürich-Flughafen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T +41 58 460 91 11 www.meteoschweiz.ch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BFAF226-128B-E78B-13FE-C7DC714BD092}"/>
              </a:ext>
            </a:extLst>
          </p:cNvPr>
          <p:cNvSpPr/>
          <p:nvPr userDrawn="1"/>
        </p:nvSpPr>
        <p:spPr>
          <a:xfrm>
            <a:off x="1085416" y="3168000"/>
            <a:ext cx="22840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MeteoSvizzera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Via ai Monti 146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CH-6605 Locarno-Monti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92 22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www.meteosvizzera.ch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187216-DEAC-F5FA-68CB-BA2261CBFE36}"/>
              </a:ext>
            </a:extLst>
          </p:cNvPr>
          <p:cNvSpPr/>
          <p:nvPr userDrawn="1"/>
        </p:nvSpPr>
        <p:spPr>
          <a:xfrm>
            <a:off x="3815318" y="3168000"/>
            <a:ext cx="20054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7bis,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av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. de la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Paix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CH-1211 Genève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T +41 58 460 98 88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9786B3-82E8-AF3F-6DF7-DA34AEF004F9}"/>
              </a:ext>
            </a:extLst>
          </p:cNvPr>
          <p:cNvSpPr/>
          <p:nvPr userDrawn="1"/>
        </p:nvSpPr>
        <p:spPr>
          <a:xfrm>
            <a:off x="6285468" y="3168000"/>
            <a:ext cx="210293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Chemin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 de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l‘Aérologie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CH-1530 Payerne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94 44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8" name="Bild 16">
            <a:extLst>
              <a:ext uri="{FF2B5EF4-FFF2-40B4-BE49-F238E27FC236}">
                <a16:creationId xmlns:a16="http://schemas.microsoft.com/office/drawing/2014/main" id="{21C2E1E4-5896-938E-3548-8A789D3CB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34FAB3CA-F284-7462-AB5A-6D6B7C32E5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30" name="Bild 64">
            <a:extLst>
              <a:ext uri="{FF2B5EF4-FFF2-40B4-BE49-F238E27FC236}">
                <a16:creationId xmlns:a16="http://schemas.microsoft.com/office/drawing/2014/main" id="{EC5949C4-F460-BD40-6374-7387BAA96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75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7701-065A-974E-A697-F81C2E24598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93BF373-E10F-AD8E-5FAF-925CFDB10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EEB0317E-DB6A-835D-1A8A-86A1BF8E0697}"/>
              </a:ext>
            </a:extLst>
          </p:cNvPr>
          <p:cNvSpPr/>
          <p:nvPr userDrawn="1"/>
        </p:nvSpPr>
        <p:spPr>
          <a:xfrm>
            <a:off x="1078706" y="1584000"/>
            <a:ext cx="344129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 dirty="0" err="1">
                <a:solidFill>
                  <a:srgbClr val="000000"/>
                </a:solidFill>
                <a:latin typeface="Arial" charset="0"/>
              </a:rPr>
              <a:t>MeteoSchweiz</a:t>
            </a:r>
            <a:r>
              <a:rPr lang="de-DE" sz="1600" b="1" dirty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Operation Center 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CH-8058 Zürich-Flughafen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T +41 58 460 91 11 www.meteoschweiz.ch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BFAF226-128B-E78B-13FE-C7DC714BD092}"/>
              </a:ext>
            </a:extLst>
          </p:cNvPr>
          <p:cNvSpPr/>
          <p:nvPr userDrawn="1"/>
        </p:nvSpPr>
        <p:spPr>
          <a:xfrm>
            <a:off x="1085416" y="3168000"/>
            <a:ext cx="22840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MeteoSvizzera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Via ai Monti 146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CH-6605 Locarno-Monti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92 22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www.meteosvizzera.ch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187216-DEAC-F5FA-68CB-BA2261CBFE36}"/>
              </a:ext>
            </a:extLst>
          </p:cNvPr>
          <p:cNvSpPr/>
          <p:nvPr userDrawn="1"/>
        </p:nvSpPr>
        <p:spPr>
          <a:xfrm>
            <a:off x="3815318" y="3168000"/>
            <a:ext cx="20054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7bis,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av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. de la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Paix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CH-1211 Genève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T +41 58 460 98 88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9786B3-82E8-AF3F-6DF7-DA34AEF004F9}"/>
              </a:ext>
            </a:extLst>
          </p:cNvPr>
          <p:cNvSpPr/>
          <p:nvPr userDrawn="1"/>
        </p:nvSpPr>
        <p:spPr>
          <a:xfrm>
            <a:off x="6285468" y="3168000"/>
            <a:ext cx="210293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Chemin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 de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l‘Aérologie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CH-1530 Payerne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94 44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8" name="Bild 16">
            <a:extLst>
              <a:ext uri="{FF2B5EF4-FFF2-40B4-BE49-F238E27FC236}">
                <a16:creationId xmlns:a16="http://schemas.microsoft.com/office/drawing/2014/main" id="{21C2E1E4-5896-938E-3548-8A789D3CB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34FAB3CA-F284-7462-AB5A-6D6B7C32E5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30" name="Bild 64">
            <a:extLst>
              <a:ext uri="{FF2B5EF4-FFF2-40B4-BE49-F238E27FC236}">
                <a16:creationId xmlns:a16="http://schemas.microsoft.com/office/drawing/2014/main" id="{EC5949C4-F460-BD40-6374-7387BAA96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3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1089" y="1386177"/>
            <a:ext cx="4939884" cy="32645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2848" y="4723662"/>
            <a:ext cx="2057400" cy="27392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>
                    <a:tint val="75000"/>
                    <a:alpha val="0"/>
                  </a:schemeClr>
                </a:solidFill>
              </a:defRPr>
            </a:lvl1pPr>
          </a:lstStyle>
          <a:p>
            <a:fld id="{F3127F1D-E87C-BC4B-9E41-D233E9064318}" type="datetime1">
              <a:rPr lang="de-CH" smtClean="0"/>
              <a:t>27.03.2025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4394" y="4723662"/>
            <a:ext cx="2787491" cy="27392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730" y="4723662"/>
            <a:ext cx="539750" cy="27392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fld id="{C6C8278F-EB32-9049-808B-99841320EF9D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Bild 48">
            <a:extLst>
              <a:ext uri="{FF2B5EF4-FFF2-40B4-BE49-F238E27FC236}">
                <a16:creationId xmlns:a16="http://schemas.microsoft.com/office/drawing/2014/main" id="{0DAF8FDE-FB1E-7A5F-ACFD-7FD43FEA896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0"/>
            <a:ext cx="9144000" cy="10287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5C7075-6C94-FA01-17A5-0D57FDB68614}"/>
              </a:ext>
            </a:extLst>
          </p:cNvPr>
          <p:cNvSpPr txBox="1">
            <a:spLocks/>
          </p:cNvSpPr>
          <p:nvPr userDrawn="1"/>
        </p:nvSpPr>
        <p:spPr>
          <a:xfrm>
            <a:off x="1081088" y="480305"/>
            <a:ext cx="7434263" cy="713496"/>
          </a:xfrm>
          <a:prstGeom prst="rect">
            <a:avLst/>
          </a:prstGeom>
        </p:spPr>
        <p:txBody>
          <a:bodyPr lIns="0" tIns="0" rIns="0" b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000" dirty="0">
                <a:solidFill>
                  <a:schemeClr val="tx1">
                    <a:alpha val="0"/>
                  </a:schemeClr>
                </a:solidFill>
              </a:rPr>
              <a:t>Mastertitelformat bearbeiten</a:t>
            </a:r>
            <a:endParaRPr lang="en-US" sz="3000" dirty="0">
              <a:solidFill>
                <a:schemeClr val="tx1">
                  <a:alpha val="0"/>
                </a:schemeClr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384113E-3B84-B0C5-E326-C0C1562888C2}"/>
              </a:ext>
            </a:extLst>
          </p:cNvPr>
          <p:cNvSpPr/>
          <p:nvPr userDrawn="1"/>
        </p:nvSpPr>
        <p:spPr bwMode="auto">
          <a:xfrm>
            <a:off x="224140" y="1104675"/>
            <a:ext cx="908065" cy="703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7884898-4755-1DE3-F631-EFD19731F92D}"/>
              </a:ext>
            </a:extLst>
          </p:cNvPr>
          <p:cNvSpPr/>
          <p:nvPr userDrawn="1"/>
        </p:nvSpPr>
        <p:spPr bwMode="auto">
          <a:xfrm>
            <a:off x="1022904" y="4636653"/>
            <a:ext cx="1269446" cy="28508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41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67" r:id="rId3"/>
    <p:sldLayoutId id="2147483675" r:id="rId4"/>
    <p:sldLayoutId id="2147483662" r:id="rId5"/>
    <p:sldLayoutId id="2147483676" r:id="rId6"/>
    <p:sldLayoutId id="2147483663" r:id="rId7"/>
    <p:sldLayoutId id="2147483677" r:id="rId8"/>
    <p:sldLayoutId id="2147483666" r:id="rId9"/>
    <p:sldLayoutId id="2147483678" r:id="rId10"/>
    <p:sldLayoutId id="2147483668" r:id="rId11"/>
    <p:sldLayoutId id="2147483679" r:id="rId12"/>
    <p:sldLayoutId id="2147483669" r:id="rId13"/>
    <p:sldLayoutId id="2147483680" r:id="rId14"/>
    <p:sldLayoutId id="2147483673" r:id="rId15"/>
    <p:sldLayoutId id="2147483681" r:id="rId16"/>
    <p:sldLayoutId id="2147483670" r:id="rId17"/>
    <p:sldLayoutId id="2147483671" r:id="rId18"/>
    <p:sldLayoutId id="2147483682" r:id="rId19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72" userDrawn="1">
          <p15:clr>
            <a:srgbClr val="F26B43"/>
          </p15:clr>
        </p15:guide>
        <p15:guide id="2" pos="5375" userDrawn="1">
          <p15:clr>
            <a:srgbClr val="F26B43"/>
          </p15:clr>
        </p15:guide>
        <p15:guide id="3" orient="horz" pos="3046" userDrawn="1">
          <p15:clr>
            <a:srgbClr val="F26B43"/>
          </p15:clr>
        </p15:guide>
        <p15:guide id="4" pos="681" userDrawn="1">
          <p15:clr>
            <a:srgbClr val="F26B43"/>
          </p15:clr>
        </p15:guide>
        <p15:guide id="5" orient="horz" pos="501" userDrawn="1">
          <p15:clr>
            <a:srgbClr val="F26B43"/>
          </p15:clr>
        </p15:guide>
        <p15:guide id="6" pos="4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5EE3-A534-45F4-8907-612A2B207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D86315-336F-45FD-9D49-D959289FBF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9041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35CF32-775C-4C63-BE1D-2EF34BF4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47020B-4187-403C-A9E0-5BECCF7F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2EDF485-98FF-4015-8AF3-5E87AD91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CD0CB59-581B-44EC-AF0A-B77D1D484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13495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B60972B-2281-49D8-9299-88A180961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8722808-21DF-4C14-BE39-F8016AF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3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49FEB79-7062-4B74-A941-BC21B8A2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DF7AA39-5A6A-4916-A675-119D23080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042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4093A47-AD5A-0A31-B83D-4CD4B89C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4B16E77-45B8-C505-11F8-B29FC91E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456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21F2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41" id="{48F695A5-A46A-4E46-8D01-64E065B0D1A0}" vid="{D001F088-EA64-8241-985B-F2BBFFCFBC3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29</Words>
  <Application>Microsoft Office PowerPoint</Application>
  <PresentationFormat>Benutzerdefiniert</PresentationFormat>
  <Paragraphs>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Reto Portmann</dc:creator>
  <cp:lastModifiedBy>Kaufmann Pirmin</cp:lastModifiedBy>
  <cp:revision>4</cp:revision>
  <dcterms:created xsi:type="dcterms:W3CDTF">2022-06-20T14:21:22Z</dcterms:created>
  <dcterms:modified xsi:type="dcterms:W3CDTF">2025-03-27T15:24:58Z</dcterms:modified>
</cp:coreProperties>
</file>