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0" r:id="rId1"/>
  </p:sldMasterIdLst>
  <p:notesMasterIdLst>
    <p:notesMasterId r:id="rId6"/>
  </p:notesMasterIdLst>
  <p:sldIdLst>
    <p:sldId id="264" r:id="rId2"/>
    <p:sldId id="265" r:id="rId3"/>
    <p:sldId id="266" r:id="rId4"/>
    <p:sldId id="263" r:id="rId5"/>
  </p:sldIdLst>
  <p:sldSz cx="9144000" cy="5145088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1" userDrawn="1">
          <p15:clr>
            <a:srgbClr val="A4A3A4"/>
          </p15:clr>
        </p15:guide>
        <p15:guide id="2" pos="288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721"/>
    <p:restoredTop sz="96327"/>
  </p:normalViewPr>
  <p:slideViewPr>
    <p:cSldViewPr snapToGrid="0" snapToObjects="1" showGuides="1">
      <p:cViewPr varScale="1">
        <p:scale>
          <a:sx n="167" d="100"/>
          <a:sy n="167" d="100"/>
        </p:scale>
        <p:origin x="312" y="132"/>
      </p:cViewPr>
      <p:guideLst>
        <p:guide orient="horz" pos="1621"/>
        <p:guide pos="288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013D4E0-C465-1042-BEEB-5DE94E6E9099}" type="datetimeFigureOut">
              <a:rPr lang="de-DE" smtClean="0"/>
              <a:t>27.03.2025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7388" y="1143000"/>
            <a:ext cx="54832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5E04AF-F65F-E74C-B5E1-0DB102AD052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6752038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6.emf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9" name="Grafik 8">
            <a:extLst>
              <a:ext uri="{FF2B5EF4-FFF2-40B4-BE49-F238E27FC236}">
                <a16:creationId xmlns:a16="http://schemas.microsoft.com/office/drawing/2014/main" id="{EFBC618E-D49D-9A58-95A7-C904F42903D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52" y="1828801"/>
            <a:ext cx="9055745" cy="3261345"/>
          </a:xfrm>
          <a:prstGeom prst="rect">
            <a:avLst/>
          </a:prstGeom>
        </p:spPr>
      </p:pic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05230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1056068" y="1590937"/>
            <a:ext cx="6691399" cy="1308646"/>
          </a:xfrm>
          <a:prstGeom prst="rect">
            <a:avLst/>
          </a:prstGeom>
        </p:spPr>
        <p:txBody>
          <a:bodyPr lIns="0" tIns="0" rIns="0" bIns="0" anchor="t" anchorCtr="0"/>
          <a:lstStyle>
            <a:lvl1pPr algn="l">
              <a:defRPr sz="4500" b="1" i="0" baseline="0"/>
            </a:lvl1pPr>
          </a:lstStyle>
          <a:p>
            <a:r>
              <a:rPr lang="de-DE" dirty="0"/>
              <a:t>Mastertitelformat bearbeiten</a:t>
            </a:r>
            <a:br>
              <a:rPr lang="de-DE" dirty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9534" y="3220394"/>
            <a:ext cx="6691399" cy="1242205"/>
          </a:xfrm>
        </p:spPr>
        <p:txBody>
          <a:bodyPr lIns="0" tIns="0" rIns="0" bIns="0"/>
          <a:lstStyle>
            <a:lvl1pPr marL="0" indent="0" algn="l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F58FF0-1E8D-F545-9132-114E47C4CC8D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  <p:pic>
        <p:nvPicPr>
          <p:cNvPr id="10" name="Bild 6">
            <a:extLst>
              <a:ext uri="{FF2B5EF4-FFF2-40B4-BE49-F238E27FC236}">
                <a16:creationId xmlns:a16="http://schemas.microsoft.com/office/drawing/2014/main" id="{396EBC98-C6D0-EFFA-E7AA-FFF4616F3BE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1494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0" name="Bild 16">
            <a:extLst>
              <a:ext uri="{FF2B5EF4-FFF2-40B4-BE49-F238E27FC236}">
                <a16:creationId xmlns:a16="http://schemas.microsoft.com/office/drawing/2014/main" id="{5F63C5A7-F81A-BA30-3747-89A9655A179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03523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3FE8A2-F43A-114D-8F28-20990F9F62E5}" type="datetime1">
              <a:rPr lang="de-CH" smtClean="0"/>
              <a:t>27.03.2025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5B97170-6B8B-847A-E351-3FDDD9DF4C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C8197690-C1C6-6281-1DB8-53564567F822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081088" y="1384300"/>
            <a:ext cx="7434263" cy="3264511"/>
          </a:xfrm>
        </p:spPr>
        <p:txBody>
          <a:bodyPr lIns="0" tIns="0" rIns="0" bIns="0"/>
          <a:lstStyle/>
          <a:p>
            <a:pPr lvl="0"/>
            <a:r>
              <a:rPr lang="de-DE" dirty="0"/>
              <a:t>Mastertextformat ADF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pic>
        <p:nvPicPr>
          <p:cNvPr id="14" name="Bild 8">
            <a:extLst>
              <a:ext uri="{FF2B5EF4-FFF2-40B4-BE49-F238E27FC236}">
                <a16:creationId xmlns:a16="http://schemas.microsoft.com/office/drawing/2014/main" id="{238A25BE-3181-4923-B97F-67781E8FD4D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D122F69F-EF6C-CFA6-DD35-356EC952827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84EF030A-C693-C885-5F10-C1CC8218FAE6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026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6C9A937-3994-7389-F609-AFE70282D3D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206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961C32-75D1-1C46-8385-5BBC01092EB1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914E6BF-74AC-6DDD-5E51-3228D3248D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1089" y="1390825"/>
            <a:ext cx="5052426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18E900B-A219-1EA5-9044-F4A318FACE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6E2367A9-A6A4-5572-FB07-D5B1656D1C9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71E803E-BF42-A29C-4E7D-6A83234CEA66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AEA3E3A3-9AFC-EC8D-8004-A4D33E2C83C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6582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B1E2D9B8-A67C-D982-E7A0-0B1E52BD7F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62004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26367-80BC-0746-9818-A1DF9175A81B}" type="datetime1">
              <a:rPr lang="de-CH" smtClean="0"/>
              <a:t>27.03.2025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9" name="Title 1">
            <a:extLst>
              <a:ext uri="{FF2B5EF4-FFF2-40B4-BE49-F238E27FC236}">
                <a16:creationId xmlns:a16="http://schemas.microsoft.com/office/drawing/2014/main" id="{102FA127-1D82-CBBD-20B2-9D5EA651DF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7B3CD3C2-36D9-D8FB-43EE-F245E68E48A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1088" y="1393826"/>
            <a:ext cx="7434263" cy="3264511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5690821A-C38D-5F99-D6F7-FFD526A347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81511412-2428-E70C-BBAA-A27E47F23E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76399C0D-A765-0E87-50D7-FCC22A524D3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8844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E26FCD14-552F-2E62-C20F-2897AF1A94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041758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178EE91-2783-1148-A521-0E751A639B35}" type="datetime1">
              <a:rPr lang="de-CH" smtClean="0"/>
              <a:t>27.03.2025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273893E2-410A-8BCF-53BE-D7677E08E0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C72B1FE-6CE5-7483-AF4C-7DD3149078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1088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6D52A117-D324-DD19-A2C3-F5BAC3789638}"/>
              </a:ext>
            </a:extLst>
          </p:cNvPr>
          <p:cNvSpPr>
            <a:spLocks noGrp="1"/>
          </p:cNvSpPr>
          <p:nvPr>
            <p:ph idx="2"/>
          </p:nvPr>
        </p:nvSpPr>
        <p:spPr>
          <a:xfrm>
            <a:off x="4875322" y="1390663"/>
            <a:ext cx="3564484" cy="2907899"/>
          </a:xfrm>
        </p:spPr>
        <p:txBody>
          <a:bodyPr lIns="0" tIns="0" rIns="0" bIns="0"/>
          <a:lstStyle>
            <a:lvl1pPr marL="0" indent="0">
              <a:buNone/>
              <a:defRPr sz="1800" baseline="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13" name="Bild 8">
            <a:extLst>
              <a:ext uri="{FF2B5EF4-FFF2-40B4-BE49-F238E27FC236}">
                <a16:creationId xmlns:a16="http://schemas.microsoft.com/office/drawing/2014/main" id="{9A7F6B3D-6141-33A2-2827-BEECBC5CA5CE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9C804BDA-8F8A-74EE-EF9E-1E4D38C697F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7C720268-9BF1-42D1-A69F-AA022F8174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98251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6" name="Bild 16">
            <a:extLst>
              <a:ext uri="{FF2B5EF4-FFF2-40B4-BE49-F238E27FC236}">
                <a16:creationId xmlns:a16="http://schemas.microsoft.com/office/drawing/2014/main" id="{5DA34FEC-2E0D-10F3-D726-394DB082199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65901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56A45B-5993-6C48-BB53-49F48083B0E7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1" name="Inhaltsplatzhalter 10">
            <a:extLst>
              <a:ext uri="{FF2B5EF4-FFF2-40B4-BE49-F238E27FC236}">
                <a16:creationId xmlns:a16="http://schemas.microsoft.com/office/drawing/2014/main" id="{DE35F2C8-97AF-CFCC-1160-5294514B78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1089" y="1389063"/>
            <a:ext cx="6796086" cy="2795587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DE" dirty="0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EE8447DC-457D-F21B-32F2-EEE7A6D70A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2" name="Bild 8">
            <a:extLst>
              <a:ext uri="{FF2B5EF4-FFF2-40B4-BE49-F238E27FC236}">
                <a16:creationId xmlns:a16="http://schemas.microsoft.com/office/drawing/2014/main" id="{3A24BDAB-BABC-0DAA-32BF-B48F588F7075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7" name="Rechteck 16">
            <a:extLst>
              <a:ext uri="{FF2B5EF4-FFF2-40B4-BE49-F238E27FC236}">
                <a16:creationId xmlns:a16="http://schemas.microsoft.com/office/drawing/2014/main" id="{56F20275-50ED-B0EC-F459-6B869A8F941F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8" name="Bild 64">
            <a:extLst>
              <a:ext uri="{FF2B5EF4-FFF2-40B4-BE49-F238E27FC236}">
                <a16:creationId xmlns:a16="http://schemas.microsoft.com/office/drawing/2014/main" id="{B3C904F2-AA6B-E020-A964-F2EE16F441F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56154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pic>
        <p:nvPicPr>
          <p:cNvPr id="15" name="Bild 16">
            <a:extLst>
              <a:ext uri="{FF2B5EF4-FFF2-40B4-BE49-F238E27FC236}">
                <a16:creationId xmlns:a16="http://schemas.microsoft.com/office/drawing/2014/main" id="{0EBAA305-66FB-EB18-E0EF-5FAF4C97E92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87973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344591" y="1389063"/>
            <a:ext cx="4170760" cy="2859574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87041" y="1395018"/>
            <a:ext cx="2949178" cy="2859574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4CD9B-14F7-914A-A9E0-25EA8133813F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sp>
        <p:nvSpPr>
          <p:cNvPr id="16" name="Rechteck 15">
            <a:extLst>
              <a:ext uri="{FF2B5EF4-FFF2-40B4-BE49-F238E27FC236}">
                <a16:creationId xmlns:a16="http://schemas.microsoft.com/office/drawing/2014/main" id="{4C70312E-10CF-1967-13BA-DF7A5F15103B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7" name="Bild 64">
            <a:extLst>
              <a:ext uri="{FF2B5EF4-FFF2-40B4-BE49-F238E27FC236}">
                <a16:creationId xmlns:a16="http://schemas.microsoft.com/office/drawing/2014/main" id="{5AB2CA36-EA72-B637-1DFA-CBB69A7DA75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658721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+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2" name="Bild 16">
            <a:extLst>
              <a:ext uri="{FF2B5EF4-FFF2-40B4-BE49-F238E27FC236}">
                <a16:creationId xmlns:a16="http://schemas.microsoft.com/office/drawing/2014/main" id="{193992EE-9B1B-4A2E-383E-FB4BAFEA3A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542704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FA462F-1003-E444-A3AF-18EAC31016E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0EA80C68-A03D-14E1-DA41-A04FFB0D9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1088" y="470476"/>
            <a:ext cx="7434263" cy="630042"/>
          </a:xfrm>
          <a:prstGeom prst="rect">
            <a:avLst/>
          </a:prstGeom>
        </p:spPr>
        <p:txBody>
          <a:bodyPr lIns="0" tIns="0" rIns="0" bIns="0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pic>
        <p:nvPicPr>
          <p:cNvPr id="11" name="Bild 8">
            <a:extLst>
              <a:ext uri="{FF2B5EF4-FFF2-40B4-BE49-F238E27FC236}">
                <a16:creationId xmlns:a16="http://schemas.microsoft.com/office/drawing/2014/main" id="{B918451D-CC78-5BEF-C4C9-D07CAE749B2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525902" y="533430"/>
            <a:ext cx="241300" cy="241300"/>
          </a:xfrm>
          <a:prstGeom prst="rect">
            <a:avLst/>
          </a:prstGeom>
        </p:spPr>
      </p:pic>
      <p:graphicFrame>
        <p:nvGraphicFramePr>
          <p:cNvPr id="15" name="Table 2">
            <a:extLst>
              <a:ext uri="{FF2B5EF4-FFF2-40B4-BE49-F238E27FC236}">
                <a16:creationId xmlns:a16="http://schemas.microsoft.com/office/drawing/2014/main" id="{FDE88454-2D30-37DD-548F-FA0F7B27EFC3}"/>
              </a:ext>
            </a:extLst>
          </p:cNvPr>
          <p:cNvGraphicFramePr>
            <a:graphicFrameLocks noGrp="1"/>
          </p:cNvGraphicFramePr>
          <p:nvPr userDrawn="1">
            <p:extLst>
              <p:ext uri="{D42A27DB-BD31-4B8C-83A1-F6EECF244321}">
                <p14:modId xmlns:p14="http://schemas.microsoft.com/office/powerpoint/2010/main" val="1012587403"/>
              </p:ext>
            </p:extLst>
          </p:nvPr>
        </p:nvGraphicFramePr>
        <p:xfrm>
          <a:off x="1081088" y="1307484"/>
          <a:ext cx="6371673" cy="309630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783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9333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97128">
                <a:tc>
                  <a:txBody>
                    <a:bodyPr/>
                    <a:lstStyle/>
                    <a:p>
                      <a:r>
                        <a:rPr lang="de-CH" sz="1400" b="1" dirty="0">
                          <a:solidFill>
                            <a:srgbClr val="000000"/>
                          </a:solidFill>
                        </a:rPr>
                        <a:t>Publikationstitel</a:t>
                      </a:r>
                      <a:r>
                        <a:rPr lang="de-CH" sz="1400" b="1" baseline="0" dirty="0">
                          <a:solidFill>
                            <a:srgbClr val="000000"/>
                          </a:solidFill>
                        </a:rPr>
                        <a:t> </a:t>
                      </a:r>
                      <a:endParaRPr lang="de-CH" sz="1400" b="1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400" dirty="0">
                          <a:solidFill>
                            <a:srgbClr val="000000"/>
                          </a:solidFill>
                        </a:rPr>
                        <a:t>Beurteilung</a:t>
                      </a:r>
                      <a:r>
                        <a:rPr lang="de-CH" sz="1400" baseline="0" dirty="0">
                          <a:solidFill>
                            <a:srgbClr val="000000"/>
                          </a:solidFill>
                        </a:rPr>
                        <a:t> / Kommentar / Veränderung</a:t>
                      </a:r>
                      <a:endParaRPr lang="de-CH" sz="1400" dirty="0">
                        <a:solidFill>
                          <a:srgbClr val="000000"/>
                        </a:solidFill>
                      </a:endParaRP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65171">
                <a:tc>
                  <a:txBody>
                    <a:bodyPr/>
                    <a:lstStyle/>
                    <a:p>
                      <a:r>
                        <a:rPr lang="de-CH" sz="1300" dirty="0"/>
                        <a:t>Typische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>
                          <a:solidFill>
                            <a:schemeClr val="dk1"/>
                          </a:solidFill>
                        </a:rPr>
                        <a:t>Wetterlagen</a:t>
                      </a:r>
                      <a:r>
                        <a:rPr lang="de-CH" sz="1300" baseline="0" dirty="0"/>
                        <a:t> […]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In</a:t>
                      </a:r>
                      <a:r>
                        <a:rPr lang="de-CH" sz="1300" baseline="0" dirty="0"/>
                        <a:t> Überarbeitung (Design + Inhalt) für Landesmuseum; iPad-Version, evtl. Video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48253">
                <a:tc>
                  <a:txBody>
                    <a:bodyPr/>
                    <a:lstStyle/>
                    <a:p>
                      <a:r>
                        <a:rPr lang="de-CH" sz="1300" dirty="0"/>
                        <a:t>Wissenschaftliche</a:t>
                      </a:r>
                      <a:r>
                        <a:rPr lang="de-CH" sz="1300" baseline="0" dirty="0"/>
                        <a:t> Berichte, Klimaberichte, Klimabulletin, Broschüren INZ, Produkte-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,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Vorlagen in Erarbeitung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Flugwetterinformationen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452">
                <a:tc>
                  <a:txBody>
                    <a:bodyPr/>
                    <a:lstStyle/>
                    <a:p>
                      <a:r>
                        <a:rPr lang="de-CH" sz="1300" dirty="0"/>
                        <a:t>Vorlagen</a:t>
                      </a:r>
                      <a:r>
                        <a:rPr lang="de-CH" sz="1300" baseline="0" dirty="0"/>
                        <a:t> </a:t>
                      </a:r>
                      <a:r>
                        <a:rPr lang="de-CH" sz="1300" baseline="0" dirty="0" err="1"/>
                        <a:t>Factsheets</a:t>
                      </a:r>
                      <a:r>
                        <a:rPr lang="de-CH" sz="1300" baseline="0" dirty="0"/>
                        <a:t> S/L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baseline="0" dirty="0"/>
                        <a:t>Neues Design – Erledigt 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5651">
                <a:tc>
                  <a:txBody>
                    <a:bodyPr/>
                    <a:lstStyle/>
                    <a:p>
                      <a:r>
                        <a:rPr lang="de-CH" sz="1300" dirty="0"/>
                        <a:t>Klimafaltblatt Tag für Tag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Neues Design</a:t>
                      </a:r>
                      <a:r>
                        <a:rPr lang="de-CH" sz="1300" baseline="0" dirty="0"/>
                        <a:t> – Erledigt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3630">
                <a:tc>
                  <a:txBody>
                    <a:bodyPr/>
                    <a:lstStyle/>
                    <a:p>
                      <a:r>
                        <a:rPr lang="de-CH" sz="1300" dirty="0"/>
                        <a:t>Jahresbericht, Imagebroschüren</a:t>
                      </a:r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de-CH" sz="1300" dirty="0"/>
                        <a:t>Gelöscht</a:t>
                      </a:r>
                      <a:r>
                        <a:rPr lang="de-CH" sz="1300" baseline="0" dirty="0"/>
                        <a:t> </a:t>
                      </a:r>
                      <a:endParaRPr lang="de-CH" sz="1300" dirty="0"/>
                    </a:p>
                  </a:txBody>
                  <a:tcPr marL="82089" marR="82089" marT="41045" marB="41045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Rechteck 12">
            <a:extLst>
              <a:ext uri="{FF2B5EF4-FFF2-40B4-BE49-F238E27FC236}">
                <a16:creationId xmlns:a16="http://schemas.microsoft.com/office/drawing/2014/main" id="{003D03F9-FBDE-6275-2232-F211F5B6F94D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14" name="Bild 64">
            <a:extLst>
              <a:ext uri="{FF2B5EF4-FFF2-40B4-BE49-F238E27FC236}">
                <a16:creationId xmlns:a16="http://schemas.microsoft.com/office/drawing/2014/main" id="{DDB8EA7E-B1D2-4F2A-F670-7E0A4148CF1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519398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 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hteck 13">
            <a:extLst>
              <a:ext uri="{FF2B5EF4-FFF2-40B4-BE49-F238E27FC236}">
                <a16:creationId xmlns:a16="http://schemas.microsoft.com/office/drawing/2014/main" id="{E5BEB0CA-906F-409F-1B54-843D02C2E60D}"/>
              </a:ext>
            </a:extLst>
          </p:cNvPr>
          <p:cNvSpPr/>
          <p:nvPr userDrawn="1"/>
        </p:nvSpPr>
        <p:spPr bwMode="auto">
          <a:xfrm>
            <a:off x="-4763" y="0"/>
            <a:ext cx="9144000" cy="5145088"/>
          </a:xfrm>
          <a:prstGeom prst="rect">
            <a:avLst/>
          </a:prstGeom>
          <a:solidFill>
            <a:srgbClr val="7D6E5F"/>
          </a:solidFill>
          <a:ln w="9525" cap="flat" cmpd="sng" algn="ctr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de-DE" sz="2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90009" y="1384300"/>
            <a:ext cx="6895196" cy="2754148"/>
          </a:xfrm>
        </p:spPr>
        <p:txBody>
          <a:bodyPr lIns="0" tIns="0" rIns="0" bIns="0"/>
          <a:lstStyle>
            <a:lvl1pPr marL="0" indent="0" algn="l">
              <a:buNone/>
              <a:defRPr sz="1800">
                <a:solidFill>
                  <a:schemeClr val="bg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CA9695-83A3-FA41-A413-1EBBBC62BA68}" type="datetime1">
              <a:rPr lang="de-CH" smtClean="0"/>
              <a:t>27.03.2025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039090369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287553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997701-065A-974E-A697-F81C2E24598B}" type="datetime1">
              <a:rPr lang="de-CH" smtClean="0"/>
              <a:t>27.03.2025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‹Nr.›</a:t>
            </a:fld>
            <a:endParaRPr lang="de-DE"/>
          </a:p>
        </p:txBody>
      </p:sp>
      <p:pic>
        <p:nvPicPr>
          <p:cNvPr id="19" name="Bild 6">
            <a:extLst>
              <a:ext uri="{FF2B5EF4-FFF2-40B4-BE49-F238E27FC236}">
                <a16:creationId xmlns:a16="http://schemas.microsoft.com/office/drawing/2014/main" id="{893BF373-E10F-AD8E-5FAF-925CFDB10D5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787079" y="530013"/>
            <a:ext cx="4013200" cy="609600"/>
          </a:xfrm>
          <a:prstGeom prst="rect">
            <a:avLst/>
          </a:prstGeom>
        </p:spPr>
      </p:pic>
      <p:sp>
        <p:nvSpPr>
          <p:cNvPr id="24" name="Rechteck 23">
            <a:extLst>
              <a:ext uri="{FF2B5EF4-FFF2-40B4-BE49-F238E27FC236}">
                <a16:creationId xmlns:a16="http://schemas.microsoft.com/office/drawing/2014/main" id="{EEB0317E-DB6A-835D-1A8A-86A1BF8E0697}"/>
              </a:ext>
            </a:extLst>
          </p:cNvPr>
          <p:cNvSpPr/>
          <p:nvPr userDrawn="1"/>
        </p:nvSpPr>
        <p:spPr>
          <a:xfrm>
            <a:off x="1078706" y="1584000"/>
            <a:ext cx="3441290" cy="123110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b="1" dirty="0" err="1">
                <a:solidFill>
                  <a:srgbClr val="000000"/>
                </a:solidFill>
                <a:latin typeface="Arial" charset="0"/>
              </a:rPr>
              <a:t>MeteoSchweiz</a:t>
            </a:r>
            <a:r>
              <a:rPr lang="de-DE" sz="1600" b="1" dirty="0">
                <a:solidFill>
                  <a:srgbClr val="000000"/>
                </a:solidFill>
                <a:latin typeface="Arial" charset="0"/>
              </a:rPr>
              <a:t>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Operation Center 1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CH-8058 Zürich-Flughafen 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600" dirty="0">
                <a:solidFill>
                  <a:srgbClr val="000000"/>
                </a:solidFill>
                <a:latin typeface="Arial" charset="0"/>
              </a:rPr>
              <a:t>T +41 58 460 91 11 www.meteoschweiz.ch</a:t>
            </a:r>
          </a:p>
        </p:txBody>
      </p:sp>
      <p:sp>
        <p:nvSpPr>
          <p:cNvPr id="25" name="Rechteck 24">
            <a:extLst>
              <a:ext uri="{FF2B5EF4-FFF2-40B4-BE49-F238E27FC236}">
                <a16:creationId xmlns:a16="http://schemas.microsoft.com/office/drawing/2014/main" id="{BBFAF226-128B-E78B-13FE-C7DC714BD092}"/>
              </a:ext>
            </a:extLst>
          </p:cNvPr>
          <p:cNvSpPr/>
          <p:nvPr userDrawn="1"/>
        </p:nvSpPr>
        <p:spPr>
          <a:xfrm>
            <a:off x="1085416" y="3168000"/>
            <a:ext cx="2284015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MeteoSvizzera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Via ai Monti 146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CH-6605 Locarno-Monti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92 22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www.meteosvizzera.ch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6" name="Rechteck 25">
            <a:extLst>
              <a:ext uri="{FF2B5EF4-FFF2-40B4-BE49-F238E27FC236}">
                <a16:creationId xmlns:a16="http://schemas.microsoft.com/office/drawing/2014/main" id="{86187216-DEAC-F5FA-68CB-BA2261CBFE36}"/>
              </a:ext>
            </a:extLst>
          </p:cNvPr>
          <p:cNvSpPr/>
          <p:nvPr userDrawn="1"/>
        </p:nvSpPr>
        <p:spPr>
          <a:xfrm>
            <a:off x="3815318" y="3168000"/>
            <a:ext cx="2005422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7bis,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av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. de la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Paix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CH-1211 Genève 2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>
                <a:solidFill>
                  <a:srgbClr val="000000"/>
                </a:solidFill>
                <a:latin typeface="Arial" charset="0"/>
              </a:rPr>
              <a:t>T +41 58 460 98 88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FA9786B3-82E8-AF3F-6DF7-DA34AEF004F9}"/>
              </a:ext>
            </a:extLst>
          </p:cNvPr>
          <p:cNvSpPr/>
          <p:nvPr userDrawn="1"/>
        </p:nvSpPr>
        <p:spPr>
          <a:xfrm>
            <a:off x="6285468" y="3168000"/>
            <a:ext cx="2102930" cy="9233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/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="1" baseline="0" dirty="0" err="1">
                <a:solidFill>
                  <a:srgbClr val="000000"/>
                </a:solidFill>
                <a:latin typeface="Arial" charset="0"/>
              </a:rPr>
              <a:t>MétéoSuisse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Chemin</a:t>
            </a: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 de </a:t>
            </a: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l‘Aérologie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CH-1530 Payerne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>
                <a:solidFill>
                  <a:srgbClr val="000000"/>
                </a:solidFill>
                <a:latin typeface="Arial" charset="0"/>
              </a:rPr>
              <a:t>T +41 58 460 94 44</a:t>
            </a:r>
          </a:p>
          <a:p>
            <a:pPr defTabSz="9144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de-DE" sz="1200" baseline="0" dirty="0" err="1">
                <a:solidFill>
                  <a:srgbClr val="000000"/>
                </a:solidFill>
                <a:latin typeface="Arial" charset="0"/>
              </a:rPr>
              <a:t>www.meteosuisse.ch</a:t>
            </a:r>
            <a:endParaRPr lang="de-DE" sz="1200" baseline="0" dirty="0">
              <a:solidFill>
                <a:srgbClr val="000000"/>
              </a:solidFill>
              <a:latin typeface="Arial" charset="0"/>
            </a:endParaRPr>
          </a:p>
        </p:txBody>
      </p:sp>
      <p:pic>
        <p:nvPicPr>
          <p:cNvPr id="28" name="Bild 16">
            <a:extLst>
              <a:ext uri="{FF2B5EF4-FFF2-40B4-BE49-F238E27FC236}">
                <a16:creationId xmlns:a16="http://schemas.microsoft.com/office/drawing/2014/main" id="{21C2E1E4-5896-938E-3548-8A789D3CBE4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alphaModFix amt="4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-185" b="74924"/>
          <a:stretch/>
        </p:blipFill>
        <p:spPr>
          <a:xfrm>
            <a:off x="71739" y="4083925"/>
            <a:ext cx="9045884" cy="1024406"/>
          </a:xfrm>
          <a:prstGeom prst="rect">
            <a:avLst/>
          </a:prstGeom>
        </p:spPr>
      </p:pic>
      <p:sp>
        <p:nvSpPr>
          <p:cNvPr id="29" name="Rechteck 28">
            <a:extLst>
              <a:ext uri="{FF2B5EF4-FFF2-40B4-BE49-F238E27FC236}">
                <a16:creationId xmlns:a16="http://schemas.microsoft.com/office/drawing/2014/main" id="{34FAB3CA-F284-7462-AB5A-6D6B7C32E51E}"/>
              </a:ext>
            </a:extLst>
          </p:cNvPr>
          <p:cNvSpPr/>
          <p:nvPr userDrawn="1"/>
        </p:nvSpPr>
        <p:spPr bwMode="auto">
          <a:xfrm>
            <a:off x="1010992" y="4596044"/>
            <a:ext cx="1149440" cy="312506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  <p:pic>
        <p:nvPicPr>
          <p:cNvPr id="30" name="Bild 64">
            <a:extLst>
              <a:ext uri="{FF2B5EF4-FFF2-40B4-BE49-F238E27FC236}">
                <a16:creationId xmlns:a16="http://schemas.microsoft.com/office/drawing/2014/main" id="{EC5949C4-F460-BD40-6374-7387BAA965B6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78706" y="4689218"/>
            <a:ext cx="949196" cy="1440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8357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81089" y="1386177"/>
            <a:ext cx="4939884" cy="3264511"/>
          </a:xfrm>
          <a:prstGeom prst="rect">
            <a:avLst/>
          </a:prstGeom>
        </p:spPr>
        <p:txBody>
          <a:bodyPr vert="horz" lIns="0" tIns="0" rIns="0" bIns="0" rtlCol="0">
            <a:normAutofit/>
          </a:bodyPr>
          <a:lstStyle/>
          <a:p>
            <a:pPr lvl="0"/>
            <a:r>
              <a:rPr lang="de-DE" dirty="0"/>
              <a:t>Mastertextformat bearbeiten</a:t>
            </a:r>
          </a:p>
          <a:p>
            <a:pPr lvl="1"/>
            <a:r>
              <a:rPr lang="de-DE" dirty="0"/>
              <a:t>Zweite Ebene</a:t>
            </a:r>
          </a:p>
          <a:p>
            <a:pPr lvl="2"/>
            <a:r>
              <a:rPr lang="de-DE" dirty="0"/>
              <a:t>Dritte Ebene</a:t>
            </a:r>
          </a:p>
          <a:p>
            <a:pPr lvl="3"/>
            <a:r>
              <a:rPr lang="de-DE" dirty="0"/>
              <a:t>Vierte Ebene</a:t>
            </a:r>
          </a:p>
          <a:p>
            <a:pPr lvl="4"/>
            <a:r>
              <a:rPr lang="de-DE" dirty="0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822848" y="4723662"/>
            <a:ext cx="2057400" cy="27392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l">
              <a:defRPr sz="900">
                <a:solidFill>
                  <a:schemeClr val="tx1">
                    <a:tint val="75000"/>
                    <a:alpha val="0"/>
                  </a:schemeClr>
                </a:solidFill>
              </a:defRPr>
            </a:lvl1pPr>
          </a:lstStyle>
          <a:p>
            <a:fld id="{F3127F1D-E87C-BC4B-9E41-D233E9064318}" type="datetime1">
              <a:rPr lang="de-CH" smtClean="0"/>
              <a:t>27.03.2025</a:t>
            </a:fld>
            <a:endParaRPr lang="de-DE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14394" y="4723662"/>
            <a:ext cx="2787491" cy="27392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994730" y="4723662"/>
            <a:ext cx="539750" cy="273928"/>
          </a:xfrm>
          <a:prstGeom prst="rect">
            <a:avLst/>
          </a:prstGeom>
        </p:spPr>
        <p:txBody>
          <a:bodyPr vert="horz" lIns="0" tIns="0" rIns="0" bIns="0" rtlCol="0" anchor="t" anchorCtr="0"/>
          <a:lstStyle>
            <a:lvl1pPr algn="r">
              <a:defRPr sz="900" baseline="0">
                <a:solidFill>
                  <a:schemeClr val="tx1"/>
                </a:solidFill>
              </a:defRPr>
            </a:lvl1pPr>
          </a:lstStyle>
          <a:p>
            <a:fld id="{C6C8278F-EB32-9049-808B-99841320EF9D}" type="slidenum">
              <a:rPr lang="de-DE" smtClean="0"/>
              <a:pPr/>
              <a:t>‹Nr.›</a:t>
            </a:fld>
            <a:endParaRPr lang="de-DE"/>
          </a:p>
        </p:txBody>
      </p:sp>
      <p:pic>
        <p:nvPicPr>
          <p:cNvPr id="7" name="Bild 48">
            <a:extLst>
              <a:ext uri="{FF2B5EF4-FFF2-40B4-BE49-F238E27FC236}">
                <a16:creationId xmlns:a16="http://schemas.microsoft.com/office/drawing/2014/main" id="{0DAF8FDE-FB1E-7A5F-ACFD-7FD43FEA8965}"/>
              </a:ext>
            </a:extLst>
          </p:cNvPr>
          <p:cNvPicPr>
            <a:picLocks noChangeAspect="1"/>
          </p:cNvPicPr>
          <p:nvPr userDrawn="1"/>
        </p:nvPicPr>
        <p:blipFill>
          <a:blip r:embed="rId21"/>
          <a:stretch>
            <a:fillRect/>
          </a:stretch>
        </p:blipFill>
        <p:spPr>
          <a:xfrm>
            <a:off x="0" y="0"/>
            <a:ext cx="9144000" cy="102870"/>
          </a:xfrm>
          <a:prstGeom prst="rect">
            <a:avLst/>
          </a:prstGeom>
        </p:spPr>
      </p:pic>
      <p:sp>
        <p:nvSpPr>
          <p:cNvPr id="11" name="Title 1">
            <a:extLst>
              <a:ext uri="{FF2B5EF4-FFF2-40B4-BE49-F238E27FC236}">
                <a16:creationId xmlns:a16="http://schemas.microsoft.com/office/drawing/2014/main" id="{E35C7075-6C94-FA01-17A5-0D57FDB68614}"/>
              </a:ext>
            </a:extLst>
          </p:cNvPr>
          <p:cNvSpPr txBox="1">
            <a:spLocks/>
          </p:cNvSpPr>
          <p:nvPr userDrawn="1"/>
        </p:nvSpPr>
        <p:spPr>
          <a:xfrm>
            <a:off x="1081088" y="480305"/>
            <a:ext cx="7434263" cy="713496"/>
          </a:xfrm>
          <a:prstGeom prst="rect">
            <a:avLst/>
          </a:prstGeom>
        </p:spPr>
        <p:txBody>
          <a:bodyPr lIns="0" tIns="0" rIns="0" bIns="0"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000" b="1" i="0" kern="1200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DE" sz="3000" dirty="0">
                <a:solidFill>
                  <a:schemeClr val="tx1">
                    <a:alpha val="0"/>
                  </a:schemeClr>
                </a:solidFill>
              </a:rPr>
              <a:t>Mastertitelformat bearbeiten</a:t>
            </a:r>
            <a:endParaRPr lang="en-US" sz="3000" dirty="0">
              <a:solidFill>
                <a:schemeClr val="tx1">
                  <a:alpha val="0"/>
                </a:schemeClr>
              </a:solidFill>
            </a:endParaRPr>
          </a:p>
        </p:txBody>
      </p:sp>
      <p:sp>
        <p:nvSpPr>
          <p:cNvPr id="16" name="Rechteck 15">
            <a:extLst>
              <a:ext uri="{FF2B5EF4-FFF2-40B4-BE49-F238E27FC236}">
                <a16:creationId xmlns:a16="http://schemas.microsoft.com/office/drawing/2014/main" id="{8384113E-3B84-B0C5-E326-C0C1562888C2}"/>
              </a:ext>
            </a:extLst>
          </p:cNvPr>
          <p:cNvSpPr/>
          <p:nvPr userDrawn="1"/>
        </p:nvSpPr>
        <p:spPr bwMode="auto">
          <a:xfrm>
            <a:off x="224140" y="1104675"/>
            <a:ext cx="908065" cy="703384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 dirty="0">
              <a:ln>
                <a:noFill/>
              </a:ln>
              <a:solidFill>
                <a:schemeClr val="tx2"/>
              </a:solidFill>
              <a:effectLst/>
              <a:latin typeface="Arial" charset="0"/>
            </a:endParaRP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97884898-4755-1DE3-F631-EFD19731F92D}"/>
              </a:ext>
            </a:extLst>
          </p:cNvPr>
          <p:cNvSpPr/>
          <p:nvPr userDrawn="1"/>
        </p:nvSpPr>
        <p:spPr bwMode="auto">
          <a:xfrm>
            <a:off x="1022904" y="4636653"/>
            <a:ext cx="1269446" cy="285085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de-DE" sz="2100" b="0" i="0" u="none" strike="noStrike" cap="none" normalizeH="0" baseline="0">
              <a:ln>
                <a:noFill/>
              </a:ln>
              <a:solidFill>
                <a:schemeClr val="bg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4181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74" r:id="rId2"/>
    <p:sldLayoutId id="2147483667" r:id="rId3"/>
    <p:sldLayoutId id="2147483675" r:id="rId4"/>
    <p:sldLayoutId id="2147483662" r:id="rId5"/>
    <p:sldLayoutId id="2147483676" r:id="rId6"/>
    <p:sldLayoutId id="2147483663" r:id="rId7"/>
    <p:sldLayoutId id="2147483677" r:id="rId8"/>
    <p:sldLayoutId id="2147483666" r:id="rId9"/>
    <p:sldLayoutId id="2147483678" r:id="rId10"/>
    <p:sldLayoutId id="2147483668" r:id="rId11"/>
    <p:sldLayoutId id="2147483679" r:id="rId12"/>
    <p:sldLayoutId id="2147483669" r:id="rId13"/>
    <p:sldLayoutId id="2147483680" r:id="rId14"/>
    <p:sldLayoutId id="2147483673" r:id="rId15"/>
    <p:sldLayoutId id="2147483681" r:id="rId16"/>
    <p:sldLayoutId id="2147483670" r:id="rId17"/>
    <p:sldLayoutId id="2147483671" r:id="rId18"/>
    <p:sldLayoutId id="2147483682" r:id="rId19"/>
  </p:sldLayoutIdLst>
  <p:hf hd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000" b="1" i="0" kern="12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72" userDrawn="1">
          <p15:clr>
            <a:srgbClr val="F26B43"/>
          </p15:clr>
        </p15:guide>
        <p15:guide id="2" pos="5375" userDrawn="1">
          <p15:clr>
            <a:srgbClr val="F26B43"/>
          </p15:clr>
        </p15:guide>
        <p15:guide id="3" orient="horz" pos="3046" userDrawn="1">
          <p15:clr>
            <a:srgbClr val="F26B43"/>
          </p15:clr>
        </p15:guide>
        <p15:guide id="4" pos="681" userDrawn="1">
          <p15:clr>
            <a:srgbClr val="F26B43"/>
          </p15:clr>
        </p15:guide>
        <p15:guide id="5" orient="horz" pos="501" userDrawn="1">
          <p15:clr>
            <a:srgbClr val="F26B43"/>
          </p15:clr>
        </p15:guide>
        <p15:guide id="6" pos="476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9B5EE3-A534-45F4-8907-612A2B20765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E9D86315-336F-45FD-9D49-D959289FBF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1590410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BE35CF32-775C-4C63-BE1D-2EF34BF4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0947020B-4187-403C-A9E0-5BECCF7F6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82EDF485-98FF-4015-8AF3-5E87AD91C6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BCD0CB59-581B-44EC-AF0A-B77D1D484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27134956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EB60972B-2281-49D8-9299-88A1809614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38722808-21DF-4C14-BE39-F8016AF66B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3</a:t>
            </a:fld>
            <a:endParaRPr lang="de-DE"/>
          </a:p>
        </p:txBody>
      </p:sp>
      <p:sp>
        <p:nvSpPr>
          <p:cNvPr id="6" name="Titel 5">
            <a:extLst>
              <a:ext uri="{FF2B5EF4-FFF2-40B4-BE49-F238E27FC236}">
                <a16:creationId xmlns:a16="http://schemas.microsoft.com/office/drawing/2014/main" id="{649FEB79-7062-4B74-A941-BC21B8A26B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CH"/>
          </a:p>
        </p:txBody>
      </p:sp>
      <p:sp>
        <p:nvSpPr>
          <p:cNvPr id="7" name="Inhaltsplatzhalter 6">
            <a:extLst>
              <a:ext uri="{FF2B5EF4-FFF2-40B4-BE49-F238E27FC236}">
                <a16:creationId xmlns:a16="http://schemas.microsoft.com/office/drawing/2014/main" id="{2DF7AA39-5A6A-4916-A675-119D23080B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CH"/>
          </a:p>
        </p:txBody>
      </p:sp>
    </p:spTree>
    <p:extLst>
      <p:ext uri="{BB962C8B-B14F-4D97-AF65-F5344CB8AC3E}">
        <p14:creationId xmlns:p14="http://schemas.microsoft.com/office/powerpoint/2010/main" val="19404244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14093A47-AD5A-0A31-B83D-4CD4B89C97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© Ort, Monat 2024, Autor/in </a:t>
            </a:r>
            <a:endParaRPr lang="de-DE" dirty="0"/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54B16E77-45B8-C505-11F8-B29FC91E6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6C8278F-EB32-9049-808B-99841320EF9D}" type="slidenum">
              <a:rPr lang="de-DE" smtClean="0"/>
              <a:t>4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3614568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Benutzerdefiniert 7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E21F2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41" id="{48F695A5-A46A-4E46-8D01-64E065B0D1A0}" vid="{D001F088-EA64-8241-985B-F2BBFFCFBC31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</Template>
  <TotalTime>0</TotalTime>
  <Words>29</Words>
  <Application>Microsoft Office PowerPoint</Application>
  <PresentationFormat>Benutzerdefiniert</PresentationFormat>
  <Paragraphs>5</Paragraphs>
  <Slides>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2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</vt:lpstr>
      <vt:lpstr>PowerPoint-Präsentation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Reto Portmann</dc:creator>
  <cp:lastModifiedBy>Kaufmann Pirmin</cp:lastModifiedBy>
  <cp:revision>4</cp:revision>
  <dcterms:created xsi:type="dcterms:W3CDTF">2022-06-20T14:21:22Z</dcterms:created>
  <dcterms:modified xsi:type="dcterms:W3CDTF">2025-03-27T15:24:58Z</dcterms:modified>
</cp:coreProperties>
</file>